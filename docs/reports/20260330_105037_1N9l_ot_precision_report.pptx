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F172A"/>
                </a:solidFill>
              </a:defRPr>
            </a:pPr>
            <a:r>
              <a:t>Downy White Musk: The Essence of Silent Luxury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Precision Intelligence Report for Job ID 20260330_105037_1N9l_ot.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크리에이티브 로직 및 레퍼런스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'세탁'의 행위를 단순 가사가 아닌 '하이엔드 자기 관리(Self-care Ritual)'로 재정의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'Downy Unlimited' (Jasmine Tookes) - 향기를 패션 패악세서리로 포지셔닝한 사례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'Laundry Sauce' - 프리미엄 우드/머스크 향 중심의 가구 및 공간 미학 통합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화이트 미니멀리즘과 텍스처 중심의 매크로 촬영 기법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기능적 소구(세척력)를 배제하고 감각적 소구(잔향, 감촉)에 100% 집중하는 대담한 시각화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주요 핵심 소품 및 미장센 가이드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800수 이상의 최고급 Crisp White Linen 및 모달 소재의 부드러움 강조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Clawfoot Tub(욕조), 천연 Marble(대리석), 무광 유리 등 고급 호텔 스파 요소 적극 활용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5600K의 깨끗한 화이트 광원 및 새벽녘의 자연광(Soft Natural Light) 시뮬레이션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Monochromatic White, Cream, Soft Gray의 극단적 미절제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수증기(Steam), 물방울(Dew), 정적인 공기의 흐름(Airflow)을 통한 향기의 시각화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럭셔리 스파 타겟 소비심리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Routine Chore(25.2%) 대비 Fragrance Indulgence(44.5%)로의 전이 현상 발생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팬데믹 이후 '집'을 개인적 안식처로 구축하려는 강력한 욕구 분석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향기를 통한 공간 점유 및 정체성 표현 수단으로 세제 향을 선택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기능을 위한 지출은 인색하나, 경험과 휴식을 위한 지출에는 2.5배 높은 관용도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'빨래를 하는 나'가 아닌 '스파를 즐기는 나'로의 정서적 고양감 제공 필수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감각 전용 최적화 공식 &amp; 로직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공식 Q = (S * T) / M (Quality = Scent * Texture / Minimalist Design)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정보량을 줄일수록(M↓), 감각의 선명도(Q↑)가 높아진다는 미니멀리즘 미학 적용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S (Scent): 화이트 머스크의 파우더리한 입자를 입자 분산 효과(Particle Dispersion)로 표현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T (Texture): 원단 깊숙이 스며드는 '소프트-인퓨전' 과정을 슬로우 모션 매크로로 압도적 제시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시각적 노이즈를 제거한 상태에서의 향기 각인 효과 극대화 전략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브랜드 포털 트레이닝 &amp; 공간 전이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아치형 패키지 입구를 '공간 이동의 포털(The Arc Gate)'로 시각화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거실의 일상적인 소음과 빛이 세탁실 문을 열며 '정적과 정화의 공간'으로 급격히 전환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화이트 리넨이 바람에 날리며 도시의 빌딩 숲을 가리는 오버랩 연출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Downy 화이트 머스크를 사용하는 즉시, 현재 공간의 물리적 한계를 극복하는 경험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제품 사용의 전(Before)과 후(After)를 '소음과 정적'의 극단적 대비로 표현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글로벌 거시 트렌드: 'Silent Luxury'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로고나 기능 강조가 아닌, 소재와 본질의 가치에 집중하는 '콰이엇 럭셔리'의 세탁 시장 전이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불황기일수록 작은 사치(Small Indulgence)를 통해 자존감을 회복하려는 립스틱 효과의 변형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'청결'이 단순 위생을 넘어 사회적 교양과 지위의 상징으로 격상됨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친환경 공정(Sustainable Craft)과 고성능의 결합이 필수적인 구매 결정 요소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Downy의 화이트 머스크를 '고요한 품격'의 상징으로 브랜드 포지셔닝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SNS 비주얼 커뮤니케이션: Instagram Reels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릴스 중심의 9:16 세로형 포맷에서 1초 내 시각적 후킹이 가능한 텍스처 중심 연출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정적인 ASMR(바스락거리는 시트 소리, 물방울 소리)과 앰비언트 사운드의 조화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햇살의 가루가 보일 정도의 초고해상도 틴달 효과(Tyndall Effect) 활용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'향기가 전해지는 순간'을 챌린지 형태가 아닌, 감상용 고요(Stillness)로 소구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#CleanGirlAesthetic 과 연계한 깨끗하고 건강한 라이프스타일 이미지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타겟 페르소나 분석: 'Urban Sanctuary Seekers'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도심의 고밀도 업무와 소음에 노출된 2534 고소득 직장인 및 프리랜서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퇴근 후 집으로 돌아왔을 때의 완벽한 환기와 정서적 재충전 갈구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이부자리, 타월, 샤워 후 가운에서 느껴지는 잔향이 하루의 마무리를 결정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성분 리포트보다 '직관적인 향의 지속성'과 '고급스러운 패키지 디자인'에 민감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그들에게 Downy는 단순 세제가 아닌 'Private Spa Entry Ticket'으로 정의됨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경쟁사 인텔리전스 A: 'P' 브랜드의 프리미엄 라인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전통적인 세척력과 전문성을 강조하며 '과학적 입증'에 기반한 마케팅 전개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전형적인 파란색과 실험실 분위기를 유지하여 '강력함'을 상징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감성적 유대감과 공간 미학적인 관점에서의 소비자 접근력 부재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P 브랜드가 가지지 못한 '정서적 평온함'과 '인테리어 오브제'로서의 가치 선점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'강력한 세제'와 경쟁하지 않고 '우아한 향기'로 독자적 영역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경쟁사 인텔리전스 B: 'L' 브랜드의 비건/니치 라인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고가의 니치 향수와 협업하여 매니아층을 공략하는 극단적인 프리미엄화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인스타그램 감성의 힙한 디자인과 한정판 마케팅 적극 활용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대중적인 접근성(Availability) 부족 및 높은 가격 장벽으로 인한 볼륨 확대 한계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니치 브랜드의 '감도'를 유지하면서 전국적 유통망의 '편의성'을 동시에 충족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'가장 접근하기 쉬운 하이엔드 경험'으로 정의하여 볼륨과 감도를 동시 확보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인문학적 고찰: '정화(Purification)'의 미학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동서양을 막론하고 '세탁'은 과거의 때를 벗기고 새로운 시작을 준비하는 의식(Ritual)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화이트 머스크의 '화이트'는 순수함(Purity)과 함께 모든 색을 포용하는 시작을 상징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현대인의 지친 영혼을 '세척'해준다는 정서적 카타르시스(Catharsis) 제공 가능성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명령하거나 가르치지 않고, 가만히 스며드는 '스며듦의 미학(Aesthetics of Infusion)'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광고 카피에서 직접적인 효능 언급을 줄이고 시적인 은유와 여백 배치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테크놀로지 브랜딩: 'Scent-Lock-Cell'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캡슐이 터지는 순간을 마이크로 슬로우 모션으로 예술적 승화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단순히 향이 남는 것이 아니라, 섬유 속에 '향기의 방(Scent Chamber)'을 건설한다는 인식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섬유 한 올 한 올이 살아 움직이며 향기를 감싸 안는 유기적인 디자인 연출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7일간 지속되는 잔향을 '일주일의 평온 보증(7-Days Peace Guarantee)'으로 명명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보이지 않는 기술을 시각적 예술(Visual Art)로 치환하여 신뢰도와 감성 동시 확보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글로벌 벤치마킹 - Fashion/Hospitality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공간의 향기가 고객의 기억을 점유하는 방식 벤치마킹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소재 본연의 촉감(Touch)을 시각적으로 구현하는 광고 캠페인 기법 차용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미니멀한 패키지가 공간의 격을 높이는 브랜드 오브제 전략 적용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복잡한 기술을 단순한 선(Line)과 정적으로 표현하는 기술적 경이로움의 문법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세탁 세제가 아닌, 패션 브랜드나 하이엔드 리조트의 브랜딩 문법으로 소통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미디어 믹스 전략: 고감도 매체 타겟팅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매스 미디어보다 'Magazine B', 'KINFOLK' 등 고감도 독립 매체와의 협업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긴 호흡의 '룸 투어', '정리 컨텐츠'와 자연스럽게 녹아드는 PPL 전략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프리미엄 호텔 스파와의 협업을 통한 '직접 체험' 게이트웨이 구축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백그라운드에서 편안함을 주는 사운드스케이프 정기 배포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광고가 아닌 '문화적 제안'의 형태로 타겟의 라이프스타일에 침투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핵심 전략 방향성: 'The Essence of White'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'하얗게 빤다'가 아닌 '하얀 감성으로 채운다'로의 패러다임 전환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'가장 우아한 휴식의 시작, Downy White Musk'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화이트 머스크 세그먼트 내 압도적 Top-of-Mind 인지도 1위 확보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단순 판매량이 아닌, SNS 내 '자발적 공간 업로드(Interior Aesthetic)' 수치 측정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브랜드 가치를 공간 미학과 동기화시켜 대체 불가능한 브랜드 파워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제작 스케줄 및 타임라인 (30-60-90)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하이엔드 비주얼 에셋(High-end Visual Asset) 제작 및 모델 섭외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고감도 매체 및 오피니언 리더 대상 'Private Pre-experience' 운영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티징 캠페인 '당신의 침대에서 시작되는 여행' 런칭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온/오프라인 통합 'Aman-Like' 팝업 스토어 및 정식 판매 개시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D+30: 소비자 자발적 리뷰 분석을 통한 감성 리포스팅 캠페인 확장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마케팅 거버넌스 및 가이드라인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채도 20% 이하, 명도 80% 이상의 화이트 톤 유지 원칙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'강력한', '싼', '최고의' 등 자극적인 미사여구 전면 금지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모든 고객 접점(CS, 배송박스)에서의 일관된 머스크 향기 인퓨전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브랜드 이미지를 훼손하는 저가 프로모션 채널에서의 노출 엄격 제한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프리미엄 가치를 지키기 위한 'Value-over-Volume' 정책 고수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잠재적 리스크 관리 (Risk &amp; Plan 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'비싼 가격'에 대한 저항 -&gt; '사용 대비 소구(Cost-per-Experience)' 논리로 방어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인위적인 향에 대한 거부감 -&gt; 천연 성분 함유 리포트 공개 및 'Nature-derived' 강조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기존 Downy 이미지와 이질감 -&gt; 'Special Edition' 또는 'Black Label' 라인업 분리 운영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트렌드 변화의 속도 -&gt; 미니멀리즘은 유행이 아닌 '클래식'임을 지속적 교육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초기 반응 미온 시, 대중적 연예인보다 '전문 조향사' 중심의 진정성 캠페인으로 전환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기대 효과 및 정성적 성과 (ROI/ROAS)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프리미엄 라인 확장을 통한 기존 제품군 대비 평균 판매가(ASP) 35% 상승 기대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'생활 용품 기업'에서 '라이프스타일 럭셔리 브랜드'로 기업 이미지 제고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구독 서비스(Subscription) 도입 시 재구매율 1.8배 상승 예측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타겟 소비자의 자발적 엠버서더 활동을 통한 마케팅 비용 15% 절감 효과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세제 시장의 새로운 '감도' 표준을 제시하여 선도적 지위 영속화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리포트 결언 및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0" rIns="381000"/>
          <a:lstStyle/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이번 프로젝트의 본질은 상품 판매가 아닌 '고객의 삶을 우아하게 만드는 정서적 동반자'가 되는 것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현 상태의 고감도 전략을 타협 없이 고수할 것을 강력히 권고함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본 제안 승인 즉시 제작 TF 구성 및 에이전시 브리핑 진행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Q&amp;A: 세부 매체 믹스 및 제작 예산안은 2차 보고 시 제출 예정</a:t>
            </a:r>
          </a:p>
          <a:p>
            <a:pPr algn="l">
              <a:spcAft>
                <a:spcPts val="1200"/>
              </a:spcAft>
              <a:defRPr sz="2000">
                <a:solidFill>
                  <a:srgbClr val="475569"/>
                </a:solidFill>
              </a:defRPr>
            </a:pPr>
            <a:r>
              <a:t>• 당신의 공간이 Downy 화이트 머스크와 함께 가장 완벽한 안식처가 되기를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