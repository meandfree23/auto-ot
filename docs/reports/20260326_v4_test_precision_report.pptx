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F172A"/>
                </a:solidFill>
              </a:defRPr>
            </a:pPr>
            <a:r>
              <a:t>Project 20260326_v4_test - Semantic Analysis (V6.2)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748B"/>
                </a:solidFill>
              </a:defRPr>
            </a:pPr>
            <a:r>
              <a:t>본 리포트는 최신 데이터 기반의 미래 지향적 포지셔닝을 제안합니다.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01. 글로벌 시장 트렌드 개요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트렌드: '지속 가능한 럭셔리'</a:t>
            </a:r>
          </a:p>
          <a:p>
            <a:pPr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뉴스: 테크-패션 콜라보 급증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02. 주요 핵심 지표 추위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분기별 성장률</a:t>
            </a:r>
          </a:p>
          <a:p>
            <a:pPr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Q1: 15.2</a:t>
            </a:r>
          </a:p>
          <a:p>
            <a:pPr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Q2: 24.5</a:t>
            </a:r>
          </a:p>
          <a:p>
            <a:pPr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Q3: 38.1</a:t>
            </a:r>
          </a:p>
          <a:p>
            <a:pPr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Q4: 52.0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03. 경쟁사 벤치마킹 분석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- 항목 | A | B | C</a:t>
            </a:r>
          </a:p>
          <a:p>
            <a:pPr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- 디자인 | High | Med | Low</a:t>
            </a:r>
          </a:p>
          <a:p>
            <a:pPr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- 신뢰도 | 98% | 92% | 85%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04. 핵심 성과 가치 함수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V = (E * I) / C</a:t>
            </a:r>
          </a:p>
          <a:p>
            <a:pPr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가치 극대화 공식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05. 전략 세부 실행안 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세부 전략 5: 디지털 미장센 구축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06. 전략 세부 실행안 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세부 전략 6: 디지털 미장센 구축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07. 전략 세부 실행안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세부 전략 7: 디지털 미장센 구축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08. 전략 세부 실행안 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세부 전략 8: 디지털 미장센 구축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09. 전략 세부 실행안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세부 전략 9: 디지털 미장센 구축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10. 전략 세부 실행안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세부 전략 10: 디지털 미장센 구축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11. 전략 세부 실행안 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세부 전략 11: 디지털 미장센 구축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12. 전략 세부 실행안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세부 전략 12: 디지털 미장센 구축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13. 전략 세부 실행안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세부 전략 13: 디지털 미장센 구축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14. 전략 세부 실행안 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세부 전략 14: 디지털 미장센 구축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15. 전략 세부 실행안 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세부 전략 15: 디지털 미장센 구축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16. 전략 세부 실행안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세부 전략 16: 디지털 미장센 구축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17. 전략 세부 실행안 17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세부 전략 17: 디지털 미장센 구축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18. 전략 세부 실행안 18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세부 전략 18: 디지털 미장센 구축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19. 전략 세부 실행안 19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세부 전략 19: 디지털 미장센 구축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20. 전략 세부 실행안 20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0152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spcAft>
                <a:spcPts val="1400"/>
              </a:spcAft>
              <a:defRPr sz="2200">
                <a:solidFill>
                  <a:srgbClr val="475569"/>
                </a:solidFill>
              </a:defRPr>
            </a:pPr>
            <a:r>
              <a:t>• 세부 전략 20: 디지털 미장센 구축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